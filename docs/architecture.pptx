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7000200" cy="35999738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39">
          <p15:clr>
            <a:srgbClr val="A4A3A4"/>
          </p15:clr>
        </p15:guide>
        <p15:guide id="2" pos="85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AF37"/>
    <a:srgbClr val="C0C0C0"/>
    <a:srgbClr val="CD7F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68E172-E17E-40AA-B53E-40ACC21B58D6}" v="16" dt="2025-12-01T11:06:13.3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6437" autoAdjust="0"/>
    <p:restoredTop sz="94660"/>
  </p:normalViewPr>
  <p:slideViewPr>
    <p:cSldViewPr snapToGrid="0" showGuides="1">
      <p:cViewPr>
        <p:scale>
          <a:sx n="90" d="100"/>
          <a:sy n="90" d="100"/>
        </p:scale>
        <p:origin x="12" y="-1876"/>
      </p:cViewPr>
      <p:guideLst>
        <p:guide orient="horz" pos="11339"/>
        <p:guide pos="85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dd Adams" userId="9584235b44358c3d" providerId="LiveId" clId="{FD2AC9EF-6BAB-405A-9415-3FB607A66CE5}"/>
    <pc:docChg chg="undo custSel modSld">
      <pc:chgData name="Todd Adams" userId="9584235b44358c3d" providerId="LiveId" clId="{FD2AC9EF-6BAB-405A-9415-3FB607A66CE5}" dt="2025-12-01T11:20:46.649" v="154" actId="6549"/>
      <pc:docMkLst>
        <pc:docMk/>
      </pc:docMkLst>
      <pc:sldChg chg="addSp delSp modSp mod">
        <pc:chgData name="Todd Adams" userId="9584235b44358c3d" providerId="LiveId" clId="{FD2AC9EF-6BAB-405A-9415-3FB607A66CE5}" dt="2025-12-01T11:20:46.649" v="154" actId="6549"/>
        <pc:sldMkLst>
          <pc:docMk/>
          <pc:sldMk cId="0" sldId="256"/>
        </pc:sldMkLst>
        <pc:spChg chg="mod">
          <ac:chgData name="Todd Adams" userId="9584235b44358c3d" providerId="LiveId" clId="{FD2AC9EF-6BAB-405A-9415-3FB607A66CE5}" dt="2025-12-01T11:20:46.649" v="154" actId="6549"/>
          <ac:spMkLst>
            <pc:docMk/>
            <pc:sldMk cId="0" sldId="256"/>
            <ac:spMk id="6" creationId="{821DAA7F-1B14-0266-88DB-C0462F25C751}"/>
          </ac:spMkLst>
        </pc:spChg>
        <pc:spChg chg="del">
          <ac:chgData name="Todd Adams" userId="9584235b44358c3d" providerId="LiveId" clId="{FD2AC9EF-6BAB-405A-9415-3FB607A66CE5}" dt="2025-12-01T10:20:42.014" v="70" actId="478"/>
          <ac:spMkLst>
            <pc:docMk/>
            <pc:sldMk cId="0" sldId="256"/>
            <ac:spMk id="10" creationId="{E6AF1DF5-BB49-1FF4-D6F9-36D351BBBA5E}"/>
          </ac:spMkLst>
        </pc:spChg>
        <pc:spChg chg="mod">
          <ac:chgData name="Todd Adams" userId="9584235b44358c3d" providerId="LiveId" clId="{FD2AC9EF-6BAB-405A-9415-3FB607A66CE5}" dt="2025-12-01T10:22:42.956" v="100" actId="165"/>
          <ac:spMkLst>
            <pc:docMk/>
            <pc:sldMk cId="0" sldId="256"/>
            <ac:spMk id="29" creationId="{234A28B4-4389-20C9-5B2B-768EBB86B31F}"/>
          </ac:spMkLst>
        </pc:spChg>
        <pc:spChg chg="mod">
          <ac:chgData name="Todd Adams" userId="9584235b44358c3d" providerId="LiveId" clId="{FD2AC9EF-6BAB-405A-9415-3FB607A66CE5}" dt="2025-12-01T10:22:42.956" v="100" actId="165"/>
          <ac:spMkLst>
            <pc:docMk/>
            <pc:sldMk cId="0" sldId="256"/>
            <ac:spMk id="30" creationId="{3F7E463C-B7D9-47BE-695E-8A19B924D4A8}"/>
          </ac:spMkLst>
        </pc:spChg>
        <pc:spChg chg="mod topLvl">
          <ac:chgData name="Todd Adams" userId="9584235b44358c3d" providerId="LiveId" clId="{FD2AC9EF-6BAB-405A-9415-3FB607A66CE5}" dt="2025-12-01T10:23:38.020" v="122" actId="164"/>
          <ac:spMkLst>
            <pc:docMk/>
            <pc:sldMk cId="0" sldId="256"/>
            <ac:spMk id="41" creationId="{80C06797-0DCD-2781-5162-86866FBAE1F6}"/>
          </ac:spMkLst>
        </pc:spChg>
        <pc:spChg chg="mod">
          <ac:chgData name="Todd Adams" userId="9584235b44358c3d" providerId="LiveId" clId="{FD2AC9EF-6BAB-405A-9415-3FB607A66CE5}" dt="2025-12-01T10:22:42.956" v="100" actId="165"/>
          <ac:spMkLst>
            <pc:docMk/>
            <pc:sldMk cId="0" sldId="256"/>
            <ac:spMk id="42" creationId="{1C741C02-8028-C95C-40DC-EE95745E7590}"/>
          </ac:spMkLst>
        </pc:spChg>
        <pc:spChg chg="mod topLvl">
          <ac:chgData name="Todd Adams" userId="9584235b44358c3d" providerId="LiveId" clId="{FD2AC9EF-6BAB-405A-9415-3FB607A66CE5}" dt="2025-12-01T10:22:35.009" v="99" actId="164"/>
          <ac:spMkLst>
            <pc:docMk/>
            <pc:sldMk cId="0" sldId="256"/>
            <ac:spMk id="47" creationId="{712C446E-2FD2-2638-841B-ED4A7B3C5801}"/>
          </ac:spMkLst>
        </pc:spChg>
        <pc:spChg chg="mod">
          <ac:chgData name="Todd Adams" userId="9584235b44358c3d" providerId="LiveId" clId="{FD2AC9EF-6BAB-405A-9415-3FB607A66CE5}" dt="2025-12-01T10:20:49.550" v="71" actId="165"/>
          <ac:spMkLst>
            <pc:docMk/>
            <pc:sldMk cId="0" sldId="256"/>
            <ac:spMk id="49" creationId="{40A01F34-7E0F-76CD-D18C-AD5D4D3E39FD}"/>
          </ac:spMkLst>
        </pc:spChg>
        <pc:spChg chg="mod">
          <ac:chgData name="Todd Adams" userId="9584235b44358c3d" providerId="LiveId" clId="{FD2AC9EF-6BAB-405A-9415-3FB607A66CE5}" dt="2025-12-01T10:20:49.550" v="71" actId="165"/>
          <ac:spMkLst>
            <pc:docMk/>
            <pc:sldMk cId="0" sldId="256"/>
            <ac:spMk id="51" creationId="{5E1B2275-FFE8-4CC4-E4A4-BB9B5857593E}"/>
          </ac:spMkLst>
        </pc:spChg>
        <pc:spChg chg="mod">
          <ac:chgData name="Todd Adams" userId="9584235b44358c3d" providerId="LiveId" clId="{FD2AC9EF-6BAB-405A-9415-3FB607A66CE5}" dt="2025-12-01T10:20:49.550" v="71" actId="165"/>
          <ac:spMkLst>
            <pc:docMk/>
            <pc:sldMk cId="0" sldId="256"/>
            <ac:spMk id="52" creationId="{CDB91584-22E2-0C01-4E19-30A08766B342}"/>
          </ac:spMkLst>
        </pc:spChg>
        <pc:spChg chg="add mod ord">
          <ac:chgData name="Todd Adams" userId="9584235b44358c3d" providerId="LiveId" clId="{FD2AC9EF-6BAB-405A-9415-3FB607A66CE5}" dt="2025-12-01T10:22:35.009" v="99" actId="164"/>
          <ac:spMkLst>
            <pc:docMk/>
            <pc:sldMk cId="0" sldId="256"/>
            <ac:spMk id="53" creationId="{247849C3-B2B5-DBF3-25BA-6868640F8A1B}"/>
          </ac:spMkLst>
        </pc:spChg>
        <pc:spChg chg="add mod ord">
          <ac:chgData name="Todd Adams" userId="9584235b44358c3d" providerId="LiveId" clId="{FD2AC9EF-6BAB-405A-9415-3FB607A66CE5}" dt="2025-12-01T10:23:38.020" v="122" actId="164"/>
          <ac:spMkLst>
            <pc:docMk/>
            <pc:sldMk cId="0" sldId="256"/>
            <ac:spMk id="55" creationId="{E6C2D31D-C0E2-CAFC-7DC6-AFFE7ACBCBD4}"/>
          </ac:spMkLst>
        </pc:spChg>
        <pc:spChg chg="add mod">
          <ac:chgData name="Todd Adams" userId="9584235b44358c3d" providerId="LiveId" clId="{FD2AC9EF-6BAB-405A-9415-3FB607A66CE5}" dt="2025-12-01T11:09:15.830" v="153" actId="403"/>
          <ac:spMkLst>
            <pc:docMk/>
            <pc:sldMk cId="0" sldId="256"/>
            <ac:spMk id="59" creationId="{02C6DC9C-0C2C-55B5-B9DE-0541D2419E1B}"/>
          </ac:spMkLst>
        </pc:spChg>
        <pc:grpChg chg="mod">
          <ac:chgData name="Todd Adams" userId="9584235b44358c3d" providerId="LiveId" clId="{FD2AC9EF-6BAB-405A-9415-3FB607A66CE5}" dt="2025-12-01T10:22:42.956" v="100" actId="165"/>
          <ac:grpSpMkLst>
            <pc:docMk/>
            <pc:sldMk cId="0" sldId="256"/>
            <ac:grpSpMk id="43" creationId="{40C0A809-57AD-C6CE-02BA-23049E8C6DB6}"/>
          </ac:grpSpMkLst>
        </pc:grpChg>
        <pc:grpChg chg="add del mod topLvl">
          <ac:chgData name="Todd Adams" userId="9584235b44358c3d" providerId="LiveId" clId="{FD2AC9EF-6BAB-405A-9415-3FB607A66CE5}" dt="2025-12-01T10:22:46.957" v="101" actId="478"/>
          <ac:grpSpMkLst>
            <pc:docMk/>
            <pc:sldMk cId="0" sldId="256"/>
            <ac:grpSpMk id="44" creationId="{43CA88F7-C9CF-DA84-3917-BE5E739A0105}"/>
          </ac:grpSpMkLst>
        </pc:grpChg>
        <pc:grpChg chg="add del mod">
          <ac:chgData name="Todd Adams" userId="9584235b44358c3d" providerId="LiveId" clId="{FD2AC9EF-6BAB-405A-9415-3FB607A66CE5}" dt="2025-12-01T10:22:42.956" v="100" actId="165"/>
          <ac:grpSpMkLst>
            <pc:docMk/>
            <pc:sldMk cId="0" sldId="256"/>
            <ac:grpSpMk id="45" creationId="{07A640CB-5152-BA80-D8C0-BEE3F85EE5B5}"/>
          </ac:grpSpMkLst>
        </pc:grpChg>
        <pc:grpChg chg="add del mod">
          <ac:chgData name="Todd Adams" userId="9584235b44358c3d" providerId="LiveId" clId="{FD2AC9EF-6BAB-405A-9415-3FB607A66CE5}" dt="2025-12-01T10:20:49.550" v="71" actId="165"/>
          <ac:grpSpMkLst>
            <pc:docMk/>
            <pc:sldMk cId="0" sldId="256"/>
            <ac:grpSpMk id="46" creationId="{5B02F2DC-61F4-53AF-1B6F-3B6AAD5E2465}"/>
          </ac:grpSpMkLst>
        </pc:grpChg>
        <pc:grpChg chg="del mod topLvl">
          <ac:chgData name="Todd Adams" userId="9584235b44358c3d" providerId="LiveId" clId="{FD2AC9EF-6BAB-405A-9415-3FB607A66CE5}" dt="2025-12-01T10:20:56.635" v="72" actId="478"/>
          <ac:grpSpMkLst>
            <pc:docMk/>
            <pc:sldMk cId="0" sldId="256"/>
            <ac:grpSpMk id="48" creationId="{CFA06091-FD95-0492-F9D8-59E1CF8C267A}"/>
          </ac:grpSpMkLst>
        </pc:grpChg>
        <pc:grpChg chg="mod">
          <ac:chgData name="Todd Adams" userId="9584235b44358c3d" providerId="LiveId" clId="{FD2AC9EF-6BAB-405A-9415-3FB607A66CE5}" dt="2025-12-01T10:20:49.550" v="71" actId="165"/>
          <ac:grpSpMkLst>
            <pc:docMk/>
            <pc:sldMk cId="0" sldId="256"/>
            <ac:grpSpMk id="50" creationId="{FBE84C4C-58BB-990E-DC9A-6408D1F11910}"/>
          </ac:grpSpMkLst>
        </pc:grpChg>
        <pc:grpChg chg="add mod">
          <ac:chgData name="Todd Adams" userId="9584235b44358c3d" providerId="LiveId" clId="{FD2AC9EF-6BAB-405A-9415-3FB607A66CE5}" dt="2025-12-01T10:23:52.647" v="123" actId="1076"/>
          <ac:grpSpMkLst>
            <pc:docMk/>
            <pc:sldMk cId="0" sldId="256"/>
            <ac:grpSpMk id="54" creationId="{54742B17-7F99-82EF-83D2-2775C8AE21C8}"/>
          </ac:grpSpMkLst>
        </pc:grpChg>
        <pc:grpChg chg="add mod">
          <ac:chgData name="Todd Adams" userId="9584235b44358c3d" providerId="LiveId" clId="{FD2AC9EF-6BAB-405A-9415-3FB607A66CE5}" dt="2025-12-01T10:23:57.577" v="124" actId="1076"/>
          <ac:grpSpMkLst>
            <pc:docMk/>
            <pc:sldMk cId="0" sldId="256"/>
            <ac:grpSpMk id="56" creationId="{005961BD-46A1-EF1D-EB2B-243F80575A80}"/>
          </ac:grpSpMkLst>
        </pc:grpChg>
        <pc:grpChg chg="add mod">
          <ac:chgData name="Todd Adams" userId="9584235b44358c3d" providerId="LiveId" clId="{FD2AC9EF-6BAB-405A-9415-3FB607A66CE5}" dt="2025-12-01T11:06:17.674" v="147" actId="1076"/>
          <ac:grpSpMkLst>
            <pc:docMk/>
            <pc:sldMk cId="0" sldId="256"/>
            <ac:grpSpMk id="60" creationId="{6DC13F52-0255-386C-D9A4-2AEC6C4E7403}"/>
          </ac:grpSpMkLst>
        </pc:grpChg>
        <pc:picChg chg="add mod">
          <ac:chgData name="Todd Adams" userId="9584235b44358c3d" providerId="LiveId" clId="{FD2AC9EF-6BAB-405A-9415-3FB607A66CE5}" dt="2025-12-01T11:06:13.331" v="146" actId="164"/>
          <ac:picMkLst>
            <pc:docMk/>
            <pc:sldMk cId="0" sldId="256"/>
            <ac:picMk id="58" creationId="{B12A417F-527B-DDCF-C754-3428311A207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5015" y="5891626"/>
            <a:ext cx="22950170" cy="12533242"/>
          </a:xfrm>
        </p:spPr>
        <p:txBody>
          <a:bodyPr anchor="b"/>
          <a:lstStyle>
            <a:lvl1pPr algn="ctr">
              <a:defRPr sz="1771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75025" y="18908198"/>
            <a:ext cx="20250150" cy="8691601"/>
          </a:xfrm>
        </p:spPr>
        <p:txBody>
          <a:bodyPr/>
          <a:lstStyle>
            <a:lvl1pPr marL="0" indent="0" algn="ctr">
              <a:buNone/>
              <a:defRPr sz="7087"/>
            </a:lvl1pPr>
            <a:lvl2pPr marL="1350020" indent="0" algn="ctr">
              <a:buNone/>
              <a:defRPr sz="5906"/>
            </a:lvl2pPr>
            <a:lvl3pPr marL="2700040" indent="0" algn="ctr">
              <a:buNone/>
              <a:defRPr sz="5315"/>
            </a:lvl3pPr>
            <a:lvl4pPr marL="4050060" indent="0" algn="ctr">
              <a:buNone/>
              <a:defRPr sz="4724"/>
            </a:lvl4pPr>
            <a:lvl5pPr marL="5400081" indent="0" algn="ctr">
              <a:buNone/>
              <a:defRPr sz="4724"/>
            </a:lvl5pPr>
            <a:lvl6pPr marL="6750101" indent="0" algn="ctr">
              <a:buNone/>
              <a:defRPr sz="4724"/>
            </a:lvl6pPr>
            <a:lvl7pPr marL="8100121" indent="0" algn="ctr">
              <a:buNone/>
              <a:defRPr sz="4724"/>
            </a:lvl7pPr>
            <a:lvl8pPr marL="9450141" indent="0" algn="ctr">
              <a:buNone/>
              <a:defRPr sz="4724"/>
            </a:lvl8pPr>
            <a:lvl9pPr marL="10800161" indent="0" algn="ctr">
              <a:buNone/>
              <a:defRPr sz="472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338AA-6FB6-42F1-238F-8D00492BA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3022A-C414-450D-B52E-B3B416BBCB47}" type="datetimeFigureOut">
              <a:rPr lang="en-GB"/>
              <a:pPr>
                <a:defRPr/>
              </a:pPr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E1AE2-289A-78BA-6411-93D832566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4E08E-1919-C62F-2DCD-CA82EDF5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F88898-27A7-486E-B2BC-58EDDFCB0F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2931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3699E-30F4-875A-BF9C-411901139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69429B-1DC6-4AE9-B654-BB29C57EDC35}" type="datetimeFigureOut">
              <a:rPr lang="en-GB"/>
              <a:pPr>
                <a:defRPr/>
              </a:pPr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74D7D-CC20-A369-BEB5-D14ABCD20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19087-EF3C-7734-DB7D-E1120EF92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004D98-E952-40CF-AA1D-628BB9C22D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534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202" y="8974945"/>
            <a:ext cx="23287673" cy="14974888"/>
          </a:xfrm>
        </p:spPr>
        <p:txBody>
          <a:bodyPr anchor="b"/>
          <a:lstStyle>
            <a:lvl1pPr>
              <a:defRPr sz="1771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42202" y="24091502"/>
            <a:ext cx="23287673" cy="7874940"/>
          </a:xfrm>
        </p:spPr>
        <p:txBody>
          <a:bodyPr/>
          <a:lstStyle>
            <a:lvl1pPr marL="0" indent="0">
              <a:buNone/>
              <a:defRPr sz="7087">
                <a:solidFill>
                  <a:schemeClr val="tx1">
                    <a:tint val="82000"/>
                  </a:schemeClr>
                </a:solidFill>
              </a:defRPr>
            </a:lvl1pPr>
            <a:lvl2pPr marL="1350020" indent="0">
              <a:buNone/>
              <a:defRPr sz="5906">
                <a:solidFill>
                  <a:schemeClr val="tx1">
                    <a:tint val="82000"/>
                  </a:schemeClr>
                </a:solidFill>
              </a:defRPr>
            </a:lvl2pPr>
            <a:lvl3pPr marL="2700040" indent="0">
              <a:buNone/>
              <a:defRPr sz="5315">
                <a:solidFill>
                  <a:schemeClr val="tx1">
                    <a:tint val="82000"/>
                  </a:schemeClr>
                </a:solidFill>
              </a:defRPr>
            </a:lvl3pPr>
            <a:lvl4pPr marL="4050060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4pPr>
            <a:lvl5pPr marL="5400081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5pPr>
            <a:lvl6pPr marL="6750101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6pPr>
            <a:lvl7pPr marL="8100121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7pPr>
            <a:lvl8pPr marL="9450141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8pPr>
            <a:lvl9pPr marL="10800161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3E6B9-0160-A27C-FCA2-662BEA53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A1F557-DD0A-4359-9016-781AA04304B6}" type="datetimeFigureOut">
              <a:rPr lang="en-GB"/>
              <a:pPr>
                <a:defRPr/>
              </a:pPr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04230-ED33-3DD0-FC29-A0420EB6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E6AF0-2D19-1573-B165-C83C8FE14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BDC656-C274-4891-A7AB-CD0EABE0EE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7942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56264" y="9583264"/>
            <a:ext cx="11475085" cy="228415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68851" y="9583264"/>
            <a:ext cx="11475085" cy="228415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1B8DCE6-E055-815A-69A5-946A4D75B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B194CA-B7C0-4E44-8237-FD7A3DC68A90}" type="datetimeFigureOut">
              <a:rPr lang="en-GB"/>
              <a:pPr>
                <a:defRPr/>
              </a:pPr>
              <a:t>01/12/2025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6489E1-3128-DDAD-C294-9EA86EFE8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ADCB50-C32F-D010-7F6F-B04D825B7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84D921-A236-4965-8BE2-8A524944A6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6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9780" y="1916661"/>
            <a:ext cx="23287673" cy="695828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9784" y="8824938"/>
            <a:ext cx="11422348" cy="4324966"/>
          </a:xfrm>
        </p:spPr>
        <p:txBody>
          <a:bodyPr anchor="b"/>
          <a:lstStyle>
            <a:lvl1pPr marL="0" indent="0">
              <a:buNone/>
              <a:defRPr sz="7087" b="1"/>
            </a:lvl1pPr>
            <a:lvl2pPr marL="1350020" indent="0">
              <a:buNone/>
              <a:defRPr sz="5906" b="1"/>
            </a:lvl2pPr>
            <a:lvl3pPr marL="2700040" indent="0">
              <a:buNone/>
              <a:defRPr sz="5315" b="1"/>
            </a:lvl3pPr>
            <a:lvl4pPr marL="4050060" indent="0">
              <a:buNone/>
              <a:defRPr sz="4724" b="1"/>
            </a:lvl4pPr>
            <a:lvl5pPr marL="5400081" indent="0">
              <a:buNone/>
              <a:defRPr sz="4724" b="1"/>
            </a:lvl5pPr>
            <a:lvl6pPr marL="6750101" indent="0">
              <a:buNone/>
              <a:defRPr sz="4724" b="1"/>
            </a:lvl6pPr>
            <a:lvl7pPr marL="8100121" indent="0">
              <a:buNone/>
              <a:defRPr sz="4724" b="1"/>
            </a:lvl7pPr>
            <a:lvl8pPr marL="9450141" indent="0">
              <a:buNone/>
              <a:defRPr sz="4724" b="1"/>
            </a:lvl8pPr>
            <a:lvl9pPr marL="10800161" indent="0">
              <a:buNone/>
              <a:defRPr sz="472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9784" y="13149904"/>
            <a:ext cx="11422348" cy="193415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668853" y="8824938"/>
            <a:ext cx="11478602" cy="4324966"/>
          </a:xfrm>
        </p:spPr>
        <p:txBody>
          <a:bodyPr anchor="b"/>
          <a:lstStyle>
            <a:lvl1pPr marL="0" indent="0">
              <a:buNone/>
              <a:defRPr sz="7087" b="1"/>
            </a:lvl1pPr>
            <a:lvl2pPr marL="1350020" indent="0">
              <a:buNone/>
              <a:defRPr sz="5906" b="1"/>
            </a:lvl2pPr>
            <a:lvl3pPr marL="2700040" indent="0">
              <a:buNone/>
              <a:defRPr sz="5315" b="1"/>
            </a:lvl3pPr>
            <a:lvl4pPr marL="4050060" indent="0">
              <a:buNone/>
              <a:defRPr sz="4724" b="1"/>
            </a:lvl4pPr>
            <a:lvl5pPr marL="5400081" indent="0">
              <a:buNone/>
              <a:defRPr sz="4724" b="1"/>
            </a:lvl5pPr>
            <a:lvl6pPr marL="6750101" indent="0">
              <a:buNone/>
              <a:defRPr sz="4724" b="1"/>
            </a:lvl6pPr>
            <a:lvl7pPr marL="8100121" indent="0">
              <a:buNone/>
              <a:defRPr sz="4724" b="1"/>
            </a:lvl7pPr>
            <a:lvl8pPr marL="9450141" indent="0">
              <a:buNone/>
              <a:defRPr sz="4724" b="1"/>
            </a:lvl8pPr>
            <a:lvl9pPr marL="10800161" indent="0">
              <a:buNone/>
              <a:defRPr sz="472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668853" y="13149904"/>
            <a:ext cx="11478602" cy="193415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EC950EC-74BB-1423-8F53-9C488BF9D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CC237-0979-4EDB-B272-8C61D7AC3B3C}" type="datetimeFigureOut">
              <a:rPr lang="en-GB"/>
              <a:pPr>
                <a:defRPr/>
              </a:pPr>
              <a:t>01/12/2025</a:t>
            </a:fld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9FB934-BD75-9371-7BE0-6BC0ABA8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4FE9AAC-857C-2FD9-82E6-5FF8E8E9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C849F-43F6-4999-BBD8-B1A12727B1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552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A9793B4-AA1E-F7B2-4990-11A905BF2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EC0A56-520A-423C-97B0-8E0A6F51B0CF}" type="datetimeFigureOut">
              <a:rPr lang="en-GB"/>
              <a:pPr>
                <a:defRPr/>
              </a:pPr>
              <a:t>01/12/2025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0FA24D3-0953-0C22-6446-CA6C2BB8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B63CBB-0310-2655-D282-3405575F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EC531-2F81-4EC1-80E7-78E7F703E2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718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30ABDC5-301F-7F62-567E-65215A06C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8C5D5-9A63-4993-8D48-EEE49A9C6F18}" type="datetimeFigureOut">
              <a:rPr lang="en-GB"/>
              <a:pPr>
                <a:defRPr/>
              </a:pPr>
              <a:t>01/12/2025</a:t>
            </a:fld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5ECEFFF-8D04-7BBB-AEA6-C81223BD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F8773E4-2DCC-3C92-96C6-CE504623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C40037-30D0-40F9-8B47-EC55F2A16E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858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9781" y="2399982"/>
            <a:ext cx="8708267" cy="8399939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8602" y="5183304"/>
            <a:ext cx="13668851" cy="25583147"/>
          </a:xfrm>
        </p:spPr>
        <p:txBody>
          <a:bodyPr/>
          <a:lstStyle>
            <a:lvl1pPr>
              <a:defRPr sz="9449"/>
            </a:lvl1pPr>
            <a:lvl2pPr>
              <a:defRPr sz="8268"/>
            </a:lvl2pPr>
            <a:lvl3pPr>
              <a:defRPr sz="7087"/>
            </a:lvl3pPr>
            <a:lvl4pPr>
              <a:defRPr sz="5906"/>
            </a:lvl4pPr>
            <a:lvl5pPr>
              <a:defRPr sz="5906"/>
            </a:lvl5pPr>
            <a:lvl6pPr>
              <a:defRPr sz="5906"/>
            </a:lvl6pPr>
            <a:lvl7pPr>
              <a:defRPr sz="5906"/>
            </a:lvl7pPr>
            <a:lvl8pPr>
              <a:defRPr sz="5906"/>
            </a:lvl8pPr>
            <a:lvl9pPr>
              <a:defRPr sz="5906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59781" y="10799922"/>
            <a:ext cx="8708267" cy="20008190"/>
          </a:xfrm>
        </p:spPr>
        <p:txBody>
          <a:bodyPr/>
          <a:lstStyle>
            <a:lvl1pPr marL="0" indent="0">
              <a:buNone/>
              <a:defRPr sz="4724"/>
            </a:lvl1pPr>
            <a:lvl2pPr marL="1350020" indent="0">
              <a:buNone/>
              <a:defRPr sz="4134"/>
            </a:lvl2pPr>
            <a:lvl3pPr marL="2700040" indent="0">
              <a:buNone/>
              <a:defRPr sz="3543"/>
            </a:lvl3pPr>
            <a:lvl4pPr marL="4050060" indent="0">
              <a:buNone/>
              <a:defRPr sz="2953"/>
            </a:lvl4pPr>
            <a:lvl5pPr marL="5400081" indent="0">
              <a:buNone/>
              <a:defRPr sz="2953"/>
            </a:lvl5pPr>
            <a:lvl6pPr marL="6750101" indent="0">
              <a:buNone/>
              <a:defRPr sz="2953"/>
            </a:lvl6pPr>
            <a:lvl7pPr marL="8100121" indent="0">
              <a:buNone/>
              <a:defRPr sz="2953"/>
            </a:lvl7pPr>
            <a:lvl8pPr marL="9450141" indent="0">
              <a:buNone/>
              <a:defRPr sz="2953"/>
            </a:lvl8pPr>
            <a:lvl9pPr marL="10800161" indent="0">
              <a:buNone/>
              <a:defRPr sz="295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B6789F6-9710-18DC-C888-606C150E8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986BA4-04DC-4EEE-810A-54D8BEB3D124}" type="datetimeFigureOut">
              <a:rPr lang="en-GB"/>
              <a:pPr>
                <a:defRPr/>
              </a:pPr>
              <a:t>01/12/2025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5FA4BE0-5B60-ABF0-5EB0-87F644F5A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7AF8644-99EA-B6BB-97FA-35A425BC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6A8634-424A-4F20-BCAB-DCB0001285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2874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9781" y="2399982"/>
            <a:ext cx="8708267" cy="8399939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78602" y="5183304"/>
            <a:ext cx="13668851" cy="25583147"/>
          </a:xfrm>
        </p:spPr>
        <p:txBody>
          <a:bodyPr anchor="t"/>
          <a:lstStyle>
            <a:lvl1pPr marL="0" indent="0">
              <a:buNone/>
              <a:defRPr sz="9449"/>
            </a:lvl1pPr>
            <a:lvl2pPr marL="1350020" indent="0">
              <a:buNone/>
              <a:defRPr sz="8268"/>
            </a:lvl2pPr>
            <a:lvl3pPr marL="2700040" indent="0">
              <a:buNone/>
              <a:defRPr sz="7087"/>
            </a:lvl3pPr>
            <a:lvl4pPr marL="4050060" indent="0">
              <a:buNone/>
              <a:defRPr sz="5906"/>
            </a:lvl4pPr>
            <a:lvl5pPr marL="5400081" indent="0">
              <a:buNone/>
              <a:defRPr sz="5906"/>
            </a:lvl5pPr>
            <a:lvl6pPr marL="6750101" indent="0">
              <a:buNone/>
              <a:defRPr sz="5906"/>
            </a:lvl6pPr>
            <a:lvl7pPr marL="8100121" indent="0">
              <a:buNone/>
              <a:defRPr sz="5906"/>
            </a:lvl7pPr>
            <a:lvl8pPr marL="9450141" indent="0">
              <a:buNone/>
              <a:defRPr sz="5906"/>
            </a:lvl8pPr>
            <a:lvl9pPr marL="10800161" indent="0">
              <a:buNone/>
              <a:defRPr sz="5906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59781" y="10799922"/>
            <a:ext cx="8708267" cy="20008190"/>
          </a:xfrm>
        </p:spPr>
        <p:txBody>
          <a:bodyPr/>
          <a:lstStyle>
            <a:lvl1pPr marL="0" indent="0">
              <a:buNone/>
              <a:defRPr sz="4724"/>
            </a:lvl1pPr>
            <a:lvl2pPr marL="1350020" indent="0">
              <a:buNone/>
              <a:defRPr sz="4134"/>
            </a:lvl2pPr>
            <a:lvl3pPr marL="2700040" indent="0">
              <a:buNone/>
              <a:defRPr sz="3543"/>
            </a:lvl3pPr>
            <a:lvl4pPr marL="4050060" indent="0">
              <a:buNone/>
              <a:defRPr sz="2953"/>
            </a:lvl4pPr>
            <a:lvl5pPr marL="5400081" indent="0">
              <a:buNone/>
              <a:defRPr sz="2953"/>
            </a:lvl5pPr>
            <a:lvl6pPr marL="6750101" indent="0">
              <a:buNone/>
              <a:defRPr sz="2953"/>
            </a:lvl6pPr>
            <a:lvl7pPr marL="8100121" indent="0">
              <a:buNone/>
              <a:defRPr sz="2953"/>
            </a:lvl7pPr>
            <a:lvl8pPr marL="9450141" indent="0">
              <a:buNone/>
              <a:defRPr sz="2953"/>
            </a:lvl8pPr>
            <a:lvl9pPr marL="10800161" indent="0">
              <a:buNone/>
              <a:defRPr sz="295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03279A-F5DB-43B5-C8B2-24444A2E2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2210FA-7BED-4965-BC8D-9C1D5E7C73EE}" type="datetimeFigureOut">
              <a:rPr lang="en-GB"/>
              <a:pPr>
                <a:defRPr/>
              </a:pPr>
              <a:t>01/12/2025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8C9860-2059-3BCB-2D00-E9E600C43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E74AACB-8C95-2D83-1EBF-FD3C9897C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8CCBC7-4FD7-48FE-BE29-56272F217E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445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8D5CE-0BB8-8A87-E3F8-64A91223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352F6-B4C3-4D66-877C-4FED1EF98FAE}" type="datetimeFigureOut">
              <a:rPr lang="en-GB"/>
              <a:pPr>
                <a:defRPr/>
              </a:pPr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E01F3-D9A5-71E4-8A65-DA790F73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207B5-2186-DA75-16EA-74285468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93E24-37F9-432B-BC97-F1536B2A1D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610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322020" y="1916653"/>
            <a:ext cx="5821918" cy="3050811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56265" y="1916653"/>
            <a:ext cx="17128252" cy="3050811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CBCBD-610F-1A7B-A2A4-382C9523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219264-1FF1-4D25-83EE-47E5FDDFFFFC}" type="datetimeFigureOut">
              <a:rPr lang="en-GB"/>
              <a:pPr>
                <a:defRPr/>
              </a:pPr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4C042-5D00-471E-601B-64108FFD7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9F45E-ACA2-37E5-6269-E475348F5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77687D-6FD9-4C3E-B165-E6110636A3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7973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164D22-F3FD-67A0-3918-9F7C2531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5788" y="1916113"/>
            <a:ext cx="23288625" cy="695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44572-E569-A29C-1B32-21F1CA061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55788" y="9583738"/>
            <a:ext cx="23288625" cy="22840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1EB9C-A7CA-4F5A-593C-0D272E5380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55788" y="33366075"/>
            <a:ext cx="6075362" cy="191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3543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7FBA575-759B-4D8B-A757-CFC393D921EB}" type="datetimeFigureOut">
              <a:rPr lang="en-GB"/>
              <a:pPr>
                <a:defRPr/>
              </a:pPr>
              <a:t>01/12/2025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E6EB1-9FAD-B69F-0F0B-17B65E3A0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43975" y="33366075"/>
            <a:ext cx="9112250" cy="191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3543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7E1EB-EEE7-AFEC-EF34-5381B0969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069050" y="33366075"/>
            <a:ext cx="6075363" cy="191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543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AFE17EA-0825-411E-B30C-EEB575871A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698750" rtl="0" fontAlgn="base">
        <a:lnSpc>
          <a:spcPct val="90000"/>
        </a:lnSpc>
        <a:spcBef>
          <a:spcPct val="0"/>
        </a:spcBef>
        <a:spcAft>
          <a:spcPct val="0"/>
        </a:spcAft>
        <a:defRPr sz="129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2698750" rtl="0" fontAlgn="base">
        <a:lnSpc>
          <a:spcPct val="90000"/>
        </a:lnSpc>
        <a:spcBef>
          <a:spcPct val="0"/>
        </a:spcBef>
        <a:spcAft>
          <a:spcPct val="0"/>
        </a:spcAft>
        <a:defRPr sz="12900">
          <a:solidFill>
            <a:schemeClr val="tx1"/>
          </a:solidFill>
          <a:latin typeface="Aptos Display" panose="020B0004020202020204" pitchFamily="34" charset="0"/>
        </a:defRPr>
      </a:lvl2pPr>
      <a:lvl3pPr algn="l" defTabSz="2698750" rtl="0" fontAlgn="base">
        <a:lnSpc>
          <a:spcPct val="90000"/>
        </a:lnSpc>
        <a:spcBef>
          <a:spcPct val="0"/>
        </a:spcBef>
        <a:spcAft>
          <a:spcPct val="0"/>
        </a:spcAft>
        <a:defRPr sz="12900">
          <a:solidFill>
            <a:schemeClr val="tx1"/>
          </a:solidFill>
          <a:latin typeface="Aptos Display" panose="020B0004020202020204" pitchFamily="34" charset="0"/>
        </a:defRPr>
      </a:lvl3pPr>
      <a:lvl4pPr algn="l" defTabSz="2698750" rtl="0" fontAlgn="base">
        <a:lnSpc>
          <a:spcPct val="90000"/>
        </a:lnSpc>
        <a:spcBef>
          <a:spcPct val="0"/>
        </a:spcBef>
        <a:spcAft>
          <a:spcPct val="0"/>
        </a:spcAft>
        <a:defRPr sz="12900">
          <a:solidFill>
            <a:schemeClr val="tx1"/>
          </a:solidFill>
          <a:latin typeface="Aptos Display" panose="020B0004020202020204" pitchFamily="34" charset="0"/>
        </a:defRPr>
      </a:lvl4pPr>
      <a:lvl5pPr algn="l" defTabSz="2698750" rtl="0" fontAlgn="base">
        <a:lnSpc>
          <a:spcPct val="90000"/>
        </a:lnSpc>
        <a:spcBef>
          <a:spcPct val="0"/>
        </a:spcBef>
        <a:spcAft>
          <a:spcPct val="0"/>
        </a:spcAft>
        <a:defRPr sz="12900">
          <a:solidFill>
            <a:schemeClr val="tx1"/>
          </a:solidFill>
          <a:latin typeface="Aptos Display" panose="020B0004020202020204" pitchFamily="34" charset="0"/>
        </a:defRPr>
      </a:lvl5pPr>
      <a:lvl6pPr marL="457200" algn="l" defTabSz="2698750" rtl="0" fontAlgn="base">
        <a:lnSpc>
          <a:spcPct val="90000"/>
        </a:lnSpc>
        <a:spcBef>
          <a:spcPct val="0"/>
        </a:spcBef>
        <a:spcAft>
          <a:spcPct val="0"/>
        </a:spcAft>
        <a:defRPr sz="12900">
          <a:solidFill>
            <a:schemeClr val="tx1"/>
          </a:solidFill>
          <a:latin typeface="Aptos Display" panose="020B0004020202020204" pitchFamily="34" charset="0"/>
        </a:defRPr>
      </a:lvl6pPr>
      <a:lvl7pPr marL="914400" algn="l" defTabSz="2698750" rtl="0" fontAlgn="base">
        <a:lnSpc>
          <a:spcPct val="90000"/>
        </a:lnSpc>
        <a:spcBef>
          <a:spcPct val="0"/>
        </a:spcBef>
        <a:spcAft>
          <a:spcPct val="0"/>
        </a:spcAft>
        <a:defRPr sz="12900">
          <a:solidFill>
            <a:schemeClr val="tx1"/>
          </a:solidFill>
          <a:latin typeface="Aptos Display" panose="020B0004020202020204" pitchFamily="34" charset="0"/>
        </a:defRPr>
      </a:lvl7pPr>
      <a:lvl8pPr marL="1371600" algn="l" defTabSz="2698750" rtl="0" fontAlgn="base">
        <a:lnSpc>
          <a:spcPct val="90000"/>
        </a:lnSpc>
        <a:spcBef>
          <a:spcPct val="0"/>
        </a:spcBef>
        <a:spcAft>
          <a:spcPct val="0"/>
        </a:spcAft>
        <a:defRPr sz="12900">
          <a:solidFill>
            <a:schemeClr val="tx1"/>
          </a:solidFill>
          <a:latin typeface="Aptos Display" panose="020B0004020202020204" pitchFamily="34" charset="0"/>
        </a:defRPr>
      </a:lvl8pPr>
      <a:lvl9pPr marL="1828800" algn="l" defTabSz="2698750" rtl="0" fontAlgn="base">
        <a:lnSpc>
          <a:spcPct val="90000"/>
        </a:lnSpc>
        <a:spcBef>
          <a:spcPct val="0"/>
        </a:spcBef>
        <a:spcAft>
          <a:spcPct val="0"/>
        </a:spcAft>
        <a:defRPr sz="12900">
          <a:solidFill>
            <a:schemeClr val="tx1"/>
          </a:solidFill>
          <a:latin typeface="Aptos Display" panose="020B0004020202020204" pitchFamily="34" charset="0"/>
        </a:defRPr>
      </a:lvl9pPr>
    </p:titleStyle>
    <p:bodyStyle>
      <a:lvl1pPr marL="674688" indent="-674688" algn="l" defTabSz="2698750" rtl="0" fontAlgn="base">
        <a:lnSpc>
          <a:spcPct val="90000"/>
        </a:lnSpc>
        <a:spcBef>
          <a:spcPts val="2950"/>
        </a:spcBef>
        <a:spcAft>
          <a:spcPct val="0"/>
        </a:spcAft>
        <a:buFont typeface="Arial" panose="020B0604020202020204" pitchFamily="34" charset="0"/>
        <a:buChar char="•"/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24063" indent="-674688" algn="l" defTabSz="2698750" rtl="0" fontAlgn="base">
        <a:lnSpc>
          <a:spcPct val="90000"/>
        </a:lnSpc>
        <a:spcBef>
          <a:spcPts val="1475"/>
        </a:spcBef>
        <a:spcAft>
          <a:spcPct val="0"/>
        </a:spcAft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2pPr>
      <a:lvl3pPr marL="3375025" indent="-674688" algn="l" defTabSz="2698750" rtl="0" fontAlgn="base">
        <a:lnSpc>
          <a:spcPct val="90000"/>
        </a:lnSpc>
        <a:spcBef>
          <a:spcPts val="1475"/>
        </a:spcBef>
        <a:spcAft>
          <a:spcPct val="0"/>
        </a:spcAft>
        <a:buFont typeface="Arial" panose="020B0604020202020204" pitchFamily="34" charset="0"/>
        <a:buChar char="•"/>
        <a:defRPr sz="5900" kern="1200">
          <a:solidFill>
            <a:schemeClr val="tx1"/>
          </a:solidFill>
          <a:latin typeface="+mn-lt"/>
          <a:ea typeface="+mn-ea"/>
          <a:cs typeface="+mn-cs"/>
        </a:defRPr>
      </a:lvl3pPr>
      <a:lvl4pPr marL="4724400" indent="-674688" algn="l" defTabSz="2698750" rtl="0" fontAlgn="base">
        <a:lnSpc>
          <a:spcPct val="90000"/>
        </a:lnSpc>
        <a:spcBef>
          <a:spcPts val="1475"/>
        </a:spcBef>
        <a:spcAft>
          <a:spcPct val="0"/>
        </a:spcAft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4pPr>
      <a:lvl5pPr marL="6073775" indent="-674688" algn="l" defTabSz="2698750" rtl="0" fontAlgn="base">
        <a:lnSpc>
          <a:spcPct val="90000"/>
        </a:lnSpc>
        <a:spcBef>
          <a:spcPts val="1475"/>
        </a:spcBef>
        <a:spcAft>
          <a:spcPct val="0"/>
        </a:spcAft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5pPr>
      <a:lvl6pPr marL="7425111" indent="-675010" algn="l" defTabSz="270004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6pPr>
      <a:lvl7pPr marL="8775131" indent="-675010" algn="l" defTabSz="270004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7pPr>
      <a:lvl8pPr marL="10125151" indent="-675010" algn="l" defTabSz="270004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8pPr>
      <a:lvl9pPr marL="11475171" indent="-675010" algn="l" defTabSz="270004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00040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1pPr>
      <a:lvl2pPr marL="1350020" algn="l" defTabSz="2700040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2pPr>
      <a:lvl3pPr marL="2700040" algn="l" defTabSz="2700040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3pPr>
      <a:lvl4pPr marL="4050060" algn="l" defTabSz="2700040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4pPr>
      <a:lvl5pPr marL="5400081" algn="l" defTabSz="2700040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5pPr>
      <a:lvl6pPr marL="6750101" algn="l" defTabSz="2700040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6pPr>
      <a:lvl7pPr marL="8100121" algn="l" defTabSz="2700040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7pPr>
      <a:lvl8pPr marL="9450141" algn="l" defTabSz="2700040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8pPr>
      <a:lvl9pPr marL="10800161" algn="l" defTabSz="2700040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1DAA7F-1B14-0266-88DB-C0462F25C751}"/>
              </a:ext>
            </a:extLst>
          </p:cNvPr>
          <p:cNvSpPr txBox="1"/>
          <p:nvPr/>
        </p:nvSpPr>
        <p:spPr>
          <a:xfrm>
            <a:off x="1252800" y="7891868"/>
            <a:ext cx="20225084" cy="2880000"/>
          </a:xfrm>
          <a:prstGeom prst="rect">
            <a:avLst/>
          </a:prstGeom>
          <a:solidFill>
            <a:srgbClr val="CD7F32"/>
          </a:solidFill>
        </p:spPr>
        <p:txBody>
          <a:bodyPr lIns="108000" tIns="108000" rIns="108000" bIns="108000" numCol="6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solidFill>
                  <a:schemeClr val="bg1"/>
                </a:solidFill>
                <a:latin typeface="+mn-lt"/>
              </a:rPr>
              <a:t>Price and Volume </a:t>
            </a:r>
            <a:endParaRPr lang="en-GB" sz="20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TIME_SERIES_DAILY_ADJUSTED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solidFill>
                  <a:schemeClr val="bg1"/>
                </a:solidFill>
                <a:latin typeface="+mn-lt"/>
              </a:rPr>
              <a:t>Fundamentals</a:t>
            </a:r>
            <a:r>
              <a:rPr lang="en-GB" sz="1400" dirty="0">
                <a:solidFill>
                  <a:schemeClr val="bg1"/>
                </a:solidFill>
                <a:latin typeface="+mn-lt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OVERVIEW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INCOME_STATEMENT</a:t>
            </a:r>
            <a:r>
              <a:rPr lang="en-GB" sz="1400" b="1" dirty="0">
                <a:solidFill>
                  <a:schemeClr val="bg1"/>
                </a:solidFill>
                <a:latin typeface="+mn-lt"/>
              </a:rPr>
              <a:t> </a:t>
            </a: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BALANCE_SHEET</a:t>
            </a:r>
            <a:r>
              <a:rPr lang="en-GB" sz="1400" b="1" dirty="0">
                <a:solidFill>
                  <a:schemeClr val="bg1"/>
                </a:solidFill>
                <a:latin typeface="+mn-lt"/>
              </a:rPr>
              <a:t> </a:t>
            </a: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CASH_FLOW</a:t>
            </a:r>
            <a:r>
              <a:rPr lang="en-GB" sz="1400" b="1" dirty="0">
                <a:solidFill>
                  <a:schemeClr val="bg1"/>
                </a:solidFill>
                <a:latin typeface="+mn-lt"/>
              </a:rPr>
              <a:t> </a:t>
            </a: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EARNINGS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DIVIDENDS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SPLITS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SHARES_OUTSTANDING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>
                <a:solidFill>
                  <a:schemeClr val="bg1"/>
                </a:solidFill>
                <a:latin typeface="+mn-lt"/>
              </a:rPr>
              <a:t>Economics </a:t>
            </a:r>
            <a:endParaRPr lang="en-GB" sz="20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REAL_GDP</a:t>
            </a:r>
            <a:r>
              <a:rPr lang="en-GB" sz="1400" b="1" dirty="0">
                <a:solidFill>
                  <a:schemeClr val="bg1"/>
                </a:solidFill>
                <a:latin typeface="+mn-lt"/>
              </a:rPr>
              <a:t> </a:t>
            </a: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REAL_GDP_PER_CAPITA</a:t>
            </a:r>
            <a:r>
              <a:rPr lang="en-GB" sz="1400" b="1" dirty="0">
                <a:solidFill>
                  <a:schemeClr val="bg1"/>
                </a:solidFill>
                <a:latin typeface="+mn-lt"/>
              </a:rPr>
              <a:t> </a:t>
            </a: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TREASURY_YIELD</a:t>
            </a:r>
            <a:r>
              <a:rPr lang="en-GB" sz="1400" b="1" dirty="0">
                <a:solidFill>
                  <a:schemeClr val="bg1"/>
                </a:solidFill>
                <a:latin typeface="+mn-lt"/>
              </a:rPr>
              <a:t> </a:t>
            </a: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FEDERAL_FUNDS_RATE</a:t>
            </a:r>
            <a:r>
              <a:rPr lang="en-GB" sz="1400" b="1" dirty="0">
                <a:solidFill>
                  <a:schemeClr val="bg1"/>
                </a:solidFill>
                <a:latin typeface="+mn-lt"/>
              </a:rPr>
              <a:t> </a:t>
            </a: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CPI</a:t>
            </a:r>
            <a:r>
              <a:rPr lang="en-GB" sz="1400" b="1" dirty="0">
                <a:solidFill>
                  <a:schemeClr val="bg1"/>
                </a:solidFill>
                <a:latin typeface="+mn-lt"/>
              </a:rPr>
              <a:t> </a:t>
            </a: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INFLATION</a:t>
            </a:r>
            <a:r>
              <a:rPr lang="en-GB" sz="1400" b="1" dirty="0">
                <a:solidFill>
                  <a:schemeClr val="bg1"/>
                </a:solidFill>
                <a:latin typeface="+mn-lt"/>
              </a:rPr>
              <a:t> </a:t>
            </a: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RETAIL_SALES</a:t>
            </a:r>
            <a:r>
              <a:rPr lang="en-GB" sz="1400" b="1" dirty="0">
                <a:solidFill>
                  <a:schemeClr val="bg1"/>
                </a:solidFill>
                <a:latin typeface="+mn-lt"/>
              </a:rPr>
              <a:t> </a:t>
            </a: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NONFARM_PAYROLL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UNEMPLOYMENT</a:t>
            </a:r>
            <a:r>
              <a:rPr lang="en-GB" sz="1400" b="1" dirty="0">
                <a:solidFill>
                  <a:schemeClr val="bg1"/>
                </a:solidFill>
                <a:latin typeface="+mn-lt"/>
              </a:rPr>
              <a:t> </a:t>
            </a: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CONSUMER_SENTIMENT</a:t>
            </a:r>
            <a:r>
              <a:rPr lang="en-GB" sz="1400" b="1" dirty="0">
                <a:solidFill>
                  <a:schemeClr val="bg1"/>
                </a:solidFill>
                <a:latin typeface="+mn-lt"/>
              </a:rPr>
              <a:t> (</a:t>
            </a:r>
            <a:r>
              <a:rPr lang="en-GB" sz="1400" b="1" dirty="0" err="1">
                <a:solidFill>
                  <a:schemeClr val="bg1"/>
                </a:solidFill>
                <a:latin typeface="+mn-lt"/>
              </a:rPr>
              <a:t>UMich</a:t>
            </a:r>
            <a:r>
              <a:rPr lang="en-GB" sz="1400" b="1" dirty="0">
                <a:solidFill>
                  <a:schemeClr val="bg1"/>
                </a:solidFill>
                <a:latin typeface="+mn-lt"/>
              </a:rPr>
              <a:t>)</a:t>
            </a:r>
            <a:r>
              <a:rPr lang="en-GB" sz="1400" dirty="0">
                <a:solidFill>
                  <a:schemeClr val="bg1"/>
                </a:solidFill>
                <a:latin typeface="+mn-lt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solidFill>
                  <a:schemeClr val="bg1"/>
                </a:solidFill>
                <a:latin typeface="+mn-lt"/>
              </a:rPr>
              <a:t>Intelligence</a:t>
            </a:r>
            <a:r>
              <a:rPr lang="en-GB" sz="1400" dirty="0">
                <a:solidFill>
                  <a:schemeClr val="bg1"/>
                </a:solidFill>
                <a:latin typeface="+mn-lt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NEWS_SENTIMENT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solidFill>
                  <a:schemeClr val="bg1"/>
                </a:solidFill>
                <a:latin typeface="+mn-lt"/>
              </a:rPr>
              <a:t>Calendars</a:t>
            </a:r>
            <a:r>
              <a:rPr lang="en-GB" sz="1400" dirty="0">
                <a:solidFill>
                  <a:schemeClr val="bg1"/>
                </a:solidFill>
                <a:latin typeface="+mn-lt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EARNINGS_CALENDAR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IPO_CALENDAR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solidFill>
                  <a:schemeClr val="bg1"/>
                </a:solidFill>
                <a:latin typeface="+mn-lt"/>
              </a:rPr>
              <a:t>State</a:t>
            </a:r>
            <a:endParaRPr lang="en-GB" sz="1400" b="1" dirty="0">
              <a:solidFill>
                <a:schemeClr val="bg1"/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solidFill>
                  <a:schemeClr val="bg1"/>
                </a:solidFill>
                <a:latin typeface="+mn-lt"/>
              </a:rPr>
              <a:t>TICKER_STATE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13A63-6ADD-E37F-0F61-C71C82B0B70C}"/>
              </a:ext>
            </a:extLst>
          </p:cNvPr>
          <p:cNvSpPr txBox="1"/>
          <p:nvPr/>
        </p:nvSpPr>
        <p:spPr>
          <a:xfrm>
            <a:off x="1251284" y="12946265"/>
            <a:ext cx="20225084" cy="3617209"/>
          </a:xfrm>
          <a:prstGeom prst="rect">
            <a:avLst/>
          </a:prstGeom>
          <a:solidFill>
            <a:srgbClr val="C0C0C0"/>
          </a:solidFill>
        </p:spPr>
        <p:txBody>
          <a:bodyPr lIns="108000" tIns="108000" rIns="108000" bIns="108000" numCol="6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latin typeface="+mn-lt"/>
              </a:rPr>
              <a:t>Price history </a:t>
            </a:r>
            <a:endParaRPr lang="en-GB" sz="20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PRICE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latin typeface="+mn-lt"/>
              </a:rPr>
              <a:t>Fundamentals</a:t>
            </a:r>
            <a:r>
              <a:rPr lang="en-GB" sz="1400" dirty="0">
                <a:latin typeface="+mn-lt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OVERVIEW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INCOME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BALANCE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CASHFLOW</a:t>
            </a:r>
            <a:r>
              <a:rPr lang="en-GB" sz="1400" b="1" dirty="0">
                <a:latin typeface="+mn-lt"/>
              </a:rPr>
              <a:t> </a:t>
            </a:r>
            <a:endParaRPr lang="en-GB" sz="14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EARNINGS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DIVIDENDS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SPLITS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SHARES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latin typeface="+mn-lt"/>
              </a:rPr>
              <a:t>Macro economics </a:t>
            </a:r>
            <a:endParaRPr lang="en-GB" sz="20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MACROS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CONSUMER_SENTIMENT</a:t>
            </a:r>
            <a:r>
              <a:rPr lang="en-GB" sz="1400" b="1" dirty="0">
                <a:latin typeface="+mn-lt"/>
              </a:rPr>
              <a:t> (</a:t>
            </a:r>
            <a:r>
              <a:rPr lang="en-GB" sz="1400" b="1" dirty="0" err="1">
                <a:latin typeface="+mn-lt"/>
              </a:rPr>
              <a:t>UMich</a:t>
            </a:r>
            <a:r>
              <a:rPr lang="en-GB" sz="1400" b="1" dirty="0">
                <a:latin typeface="+mn-lt"/>
              </a:rPr>
              <a:t>)</a:t>
            </a:r>
            <a:r>
              <a:rPr lang="en-GB" sz="1400" dirty="0">
                <a:latin typeface="+mn-lt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latin typeface="+mn-lt"/>
              </a:rPr>
              <a:t>Intelligence</a:t>
            </a:r>
            <a:r>
              <a:rPr lang="en-GB" sz="1400" dirty="0">
                <a:latin typeface="+mn-lt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NEWS_SENTIMENT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latin typeface="+mn-lt"/>
              </a:rPr>
              <a:t>Calendars</a:t>
            </a:r>
            <a:r>
              <a:rPr lang="en-GB" sz="1400" dirty="0">
                <a:latin typeface="+mn-lt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CALENDARS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31C420-5D47-AF82-2784-D369C82B872B}"/>
              </a:ext>
            </a:extLst>
          </p:cNvPr>
          <p:cNvSpPr txBox="1"/>
          <p:nvPr/>
        </p:nvSpPr>
        <p:spPr>
          <a:xfrm>
            <a:off x="1251284" y="18000663"/>
            <a:ext cx="20225084" cy="3617209"/>
          </a:xfrm>
          <a:prstGeom prst="rect">
            <a:avLst/>
          </a:prstGeom>
          <a:solidFill>
            <a:srgbClr val="D4AF37"/>
          </a:solidFill>
        </p:spPr>
        <p:txBody>
          <a:bodyPr lIns="108000" tIns="108000" rIns="108000" bIns="108000" numCol="6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latin typeface="+mn-lt"/>
              </a:rPr>
              <a:t>Price history </a:t>
            </a:r>
            <a:endParaRPr lang="en-GB" sz="20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TIME_SERIES_DAILY_ADJUSTED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latin typeface="+mn-lt"/>
              </a:rPr>
              <a:t>Fundamentals</a:t>
            </a:r>
            <a:r>
              <a:rPr lang="en-GB" sz="1400" dirty="0">
                <a:latin typeface="+mn-lt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OVERVIEW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INCOME_STATEMENT</a:t>
            </a:r>
            <a:r>
              <a:rPr lang="en-GB" sz="1400" b="1" dirty="0">
                <a:latin typeface="+mn-lt"/>
              </a:rPr>
              <a:t> </a:t>
            </a:r>
            <a:endParaRPr lang="en-GB" sz="14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BALANCE_SHEET</a:t>
            </a:r>
            <a:r>
              <a:rPr lang="en-GB" sz="1400" b="1" dirty="0">
                <a:latin typeface="+mn-lt"/>
              </a:rPr>
              <a:t> </a:t>
            </a:r>
            <a:endParaRPr lang="en-GB" sz="14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CASH_FLOW</a:t>
            </a:r>
            <a:r>
              <a:rPr lang="en-GB" sz="1400" b="1" dirty="0">
                <a:latin typeface="+mn-lt"/>
              </a:rPr>
              <a:t> </a:t>
            </a:r>
            <a:endParaRPr lang="en-GB" sz="14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EARNINGS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DIVIDENDS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SPLITS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SHARES_OUTSTANDING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latin typeface="+mn-lt"/>
              </a:rPr>
              <a:t>Macro economics </a:t>
            </a:r>
            <a:endParaRPr lang="en-GB" sz="20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REAL_GDP</a:t>
            </a:r>
            <a:r>
              <a:rPr lang="en-GB" sz="1400" b="1" dirty="0">
                <a:latin typeface="+mn-lt"/>
              </a:rPr>
              <a:t> </a:t>
            </a:r>
            <a:endParaRPr lang="en-GB" sz="14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REAL_GDP_PER_CAPITA</a:t>
            </a:r>
            <a:r>
              <a:rPr lang="en-GB" sz="1400" b="1" dirty="0">
                <a:latin typeface="+mn-lt"/>
              </a:rPr>
              <a:t> </a:t>
            </a:r>
            <a:endParaRPr lang="en-GB" sz="14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TREASURY_YIELD</a:t>
            </a:r>
            <a:r>
              <a:rPr lang="en-GB" sz="1400" b="1" dirty="0">
                <a:latin typeface="+mn-lt"/>
              </a:rPr>
              <a:t> </a:t>
            </a:r>
            <a:endParaRPr lang="en-GB" sz="14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FEDERAL_FUNDS_RATE</a:t>
            </a:r>
            <a:r>
              <a:rPr lang="en-GB" sz="1400" b="1" dirty="0">
                <a:latin typeface="+mn-lt"/>
              </a:rPr>
              <a:t> </a:t>
            </a:r>
            <a:endParaRPr lang="en-GB" sz="14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CPI</a:t>
            </a:r>
            <a:r>
              <a:rPr lang="en-GB" sz="1400" b="1" dirty="0">
                <a:latin typeface="+mn-lt"/>
              </a:rPr>
              <a:t> (Consumer Price Index) </a:t>
            </a:r>
            <a:endParaRPr lang="en-GB" sz="14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INFLATION</a:t>
            </a:r>
            <a:r>
              <a:rPr lang="en-GB" sz="1400" b="1" dirty="0">
                <a:latin typeface="+mn-lt"/>
              </a:rPr>
              <a:t> / </a:t>
            </a:r>
            <a:r>
              <a:rPr lang="en-GB" sz="1400" dirty="0">
                <a:latin typeface="+mn-lt"/>
              </a:rPr>
              <a:t>INFLATION_EXPECTATION</a:t>
            </a:r>
            <a:r>
              <a:rPr lang="en-GB" sz="1400" b="1" dirty="0">
                <a:latin typeface="+mn-lt"/>
              </a:rPr>
              <a:t> </a:t>
            </a:r>
            <a:endParaRPr lang="en-GB" sz="14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RETAIL_SALES</a:t>
            </a:r>
            <a:r>
              <a:rPr lang="en-GB" sz="1400" b="1" dirty="0">
                <a:latin typeface="+mn-lt"/>
              </a:rPr>
              <a:t> </a:t>
            </a:r>
            <a:endParaRPr lang="en-GB" sz="14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NONFARM_PAYROLL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UNEMPLOYMENT</a:t>
            </a:r>
            <a:r>
              <a:rPr lang="en-GB" sz="1400" b="1" dirty="0">
                <a:latin typeface="+mn-lt"/>
              </a:rPr>
              <a:t> </a:t>
            </a:r>
            <a:endParaRPr lang="en-GB" sz="14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CONSUMER_SENTIMENT</a:t>
            </a:r>
            <a:r>
              <a:rPr lang="en-GB" sz="1400" b="1" dirty="0">
                <a:latin typeface="+mn-lt"/>
              </a:rPr>
              <a:t> (</a:t>
            </a:r>
            <a:r>
              <a:rPr lang="en-GB" sz="1400" b="1" dirty="0" err="1">
                <a:latin typeface="+mn-lt"/>
              </a:rPr>
              <a:t>UMich</a:t>
            </a:r>
            <a:r>
              <a:rPr lang="en-GB" sz="1400" b="1" dirty="0">
                <a:latin typeface="+mn-lt"/>
              </a:rPr>
              <a:t>)</a:t>
            </a:r>
            <a:r>
              <a:rPr lang="en-GB" sz="1400" dirty="0">
                <a:latin typeface="+mn-lt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0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latin typeface="+mn-lt"/>
              </a:rPr>
              <a:t>Intelligence</a:t>
            </a:r>
            <a:r>
              <a:rPr lang="en-GB" sz="1400" dirty="0">
                <a:latin typeface="+mn-lt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NEWS_SENTIMENT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00" b="1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b="1" dirty="0">
                <a:latin typeface="+mn-lt"/>
              </a:rPr>
              <a:t>Calendars</a:t>
            </a:r>
            <a:r>
              <a:rPr lang="en-GB" sz="1400" dirty="0">
                <a:latin typeface="+mn-lt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EARNINGS_CALENDAR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400" dirty="0">
                <a:latin typeface="+mn-lt"/>
              </a:rPr>
              <a:t>IPO_CALENDAR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16D7DA-908A-1AA6-C9B0-2B757233DB44}"/>
              </a:ext>
            </a:extLst>
          </p:cNvPr>
          <p:cNvSpPr txBox="1"/>
          <p:nvPr/>
        </p:nvSpPr>
        <p:spPr>
          <a:xfrm>
            <a:off x="554386" y="7891868"/>
            <a:ext cx="720000" cy="2880000"/>
          </a:xfrm>
          <a:prstGeom prst="rect">
            <a:avLst/>
          </a:prstGeom>
          <a:solidFill>
            <a:srgbClr val="CD7F32"/>
          </a:solidFill>
        </p:spPr>
        <p:txBody>
          <a:bodyPr vert="vert270" wrap="none" lIns="108000" tIns="108000" rIns="108000" bIns="10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4000" b="1" dirty="0">
                <a:solidFill>
                  <a:schemeClr val="bg1"/>
                </a:solidFill>
                <a:latin typeface="+mn-lt"/>
              </a:rPr>
              <a:t>BRONZE</a:t>
            </a:r>
            <a:endParaRPr lang="en-GB" sz="400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05961BD-46A1-EF1D-EB2B-243F80575A80}"/>
              </a:ext>
            </a:extLst>
          </p:cNvPr>
          <p:cNvGrpSpPr/>
          <p:nvPr/>
        </p:nvGrpSpPr>
        <p:grpSpPr>
          <a:xfrm>
            <a:off x="554384" y="6141337"/>
            <a:ext cx="20921983" cy="626683"/>
            <a:chOff x="554385" y="4995963"/>
            <a:chExt cx="20921983" cy="626683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6C2D31D-C0E2-CAFC-7DC6-AFFE7ACBCBD4}"/>
                </a:ext>
              </a:extLst>
            </p:cNvPr>
            <p:cNvSpPr txBox="1"/>
            <p:nvPr/>
          </p:nvSpPr>
          <p:spPr>
            <a:xfrm>
              <a:off x="554385" y="4995963"/>
              <a:ext cx="16564033" cy="62668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4">
                  <a:lumMod val="60000"/>
                  <a:lumOff val="4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r>
                <a:rPr lang="en-GB" dirty="0" err="1"/>
                <a:t>BronzeResult</a:t>
              </a:r>
              <a:endParaRPr lang="en-GB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0C06797-0DCD-2781-5162-86866FBAE1F6}"/>
                </a:ext>
              </a:extLst>
            </p:cNvPr>
            <p:cNvSpPr txBox="1"/>
            <p:nvPr/>
          </p:nvSpPr>
          <p:spPr>
            <a:xfrm>
              <a:off x="1251284" y="5281462"/>
              <a:ext cx="20225084" cy="316843"/>
            </a:xfrm>
            <a:prstGeom prst="rect">
              <a:avLst/>
            </a:prstGeom>
            <a:noFill/>
            <a:ln>
              <a:noFill/>
            </a:ln>
          </p:spPr>
          <p:txBody>
            <a:bodyPr lIns="108000" tIns="108000" rIns="108000" bIns="108000" numCol="6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400" dirty="0" err="1">
                  <a:latin typeface="+mn-lt"/>
                </a:rPr>
                <a:t>PriceVolumeResult</a:t>
              </a:r>
              <a:endParaRPr lang="en-GB" sz="1400" dirty="0">
                <a:latin typeface="+mn-lt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400" dirty="0" err="1">
                  <a:latin typeface="+mn-lt"/>
                </a:rPr>
                <a:t>FundamentalsResult</a:t>
              </a:r>
              <a:endParaRPr lang="en-GB" sz="1400" dirty="0">
                <a:latin typeface="+mn-lt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400" dirty="0" err="1">
                  <a:latin typeface="+mn-lt"/>
                </a:rPr>
                <a:t>Economics</a:t>
              </a:r>
              <a:r>
                <a:rPr lang="en-GB" sz="1400" dirty="0" err="1"/>
                <a:t>Result</a:t>
              </a:r>
              <a:endParaRPr lang="en-GB" sz="1400" dirty="0">
                <a:latin typeface="+mn-lt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400" dirty="0" err="1">
                  <a:latin typeface="+mn-lt"/>
                </a:rPr>
                <a:t>Intelligence</a:t>
              </a:r>
              <a:r>
                <a:rPr lang="en-GB" sz="1400" dirty="0" err="1"/>
                <a:t>Result</a:t>
              </a:r>
              <a:endParaRPr lang="en-GB" sz="1400" dirty="0">
                <a:latin typeface="+mn-lt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400" dirty="0" err="1">
                  <a:latin typeface="+mn-lt"/>
                </a:rPr>
                <a:t>Caldendars</a:t>
              </a:r>
              <a:r>
                <a:rPr lang="en-GB" sz="1400" dirty="0" err="1"/>
                <a:t>Result</a:t>
              </a:r>
              <a:endParaRPr lang="en-GB" sz="1400" dirty="0">
                <a:latin typeface="+mn-lt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4742B17-7F99-82EF-83D2-2775C8AE21C8}"/>
              </a:ext>
            </a:extLst>
          </p:cNvPr>
          <p:cNvGrpSpPr/>
          <p:nvPr/>
        </p:nvGrpSpPr>
        <p:grpSpPr>
          <a:xfrm>
            <a:off x="554385" y="7035494"/>
            <a:ext cx="20921982" cy="626683"/>
            <a:chOff x="554386" y="6006127"/>
            <a:chExt cx="20921982" cy="626683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47849C3-B2B5-DBF3-25BA-6868640F8A1B}"/>
                </a:ext>
              </a:extLst>
            </p:cNvPr>
            <p:cNvSpPr txBox="1"/>
            <p:nvPr/>
          </p:nvSpPr>
          <p:spPr>
            <a:xfrm>
              <a:off x="554386" y="6006127"/>
              <a:ext cx="16564033" cy="6266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r>
                <a:rPr lang="en-GB" dirty="0" err="1"/>
                <a:t>BronzeService</a:t>
              </a:r>
              <a:endParaRPr lang="en-GB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12C446E-2FD2-2638-841B-ED4A7B3C5801}"/>
                </a:ext>
              </a:extLst>
            </p:cNvPr>
            <p:cNvSpPr txBox="1"/>
            <p:nvPr/>
          </p:nvSpPr>
          <p:spPr>
            <a:xfrm>
              <a:off x="1251284" y="6301791"/>
              <a:ext cx="20225084" cy="316843"/>
            </a:xfrm>
            <a:prstGeom prst="rect">
              <a:avLst/>
            </a:prstGeom>
            <a:noFill/>
            <a:ln>
              <a:noFill/>
            </a:ln>
          </p:spPr>
          <p:txBody>
            <a:bodyPr lIns="108000" tIns="108000" rIns="108000" bIns="108000" numCol="6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400" dirty="0" err="1">
                  <a:latin typeface="+mn-lt"/>
                </a:rPr>
                <a:t>PriceVolumeService</a:t>
              </a:r>
              <a:endParaRPr lang="en-GB" sz="1400" dirty="0">
                <a:latin typeface="+mn-lt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400" dirty="0" err="1">
                  <a:latin typeface="+mn-lt"/>
                </a:rPr>
                <a:t>FundamentalsService</a:t>
              </a:r>
              <a:endParaRPr lang="en-GB" sz="1400" dirty="0">
                <a:latin typeface="+mn-lt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400" dirty="0" err="1">
                  <a:latin typeface="+mn-lt"/>
                </a:rPr>
                <a:t>Economics</a:t>
              </a:r>
              <a:r>
                <a:rPr lang="en-GB" sz="1400" dirty="0" err="1"/>
                <a:t>Service</a:t>
              </a:r>
              <a:endParaRPr lang="en-GB" sz="1400" dirty="0">
                <a:latin typeface="+mn-lt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400" dirty="0" err="1">
                  <a:latin typeface="+mn-lt"/>
                </a:rPr>
                <a:t>Intelligence</a:t>
              </a:r>
              <a:r>
                <a:rPr lang="en-GB" sz="1400" dirty="0" err="1"/>
                <a:t>Service</a:t>
              </a:r>
              <a:endParaRPr lang="en-GB" sz="1400" dirty="0">
                <a:latin typeface="+mn-lt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400" dirty="0" err="1">
                  <a:latin typeface="+mn-lt"/>
                </a:rPr>
                <a:t>Caldendars</a:t>
              </a:r>
              <a:r>
                <a:rPr lang="en-GB" sz="1400" dirty="0" err="1"/>
                <a:t>Service</a:t>
              </a:r>
              <a:endParaRPr lang="en-GB" sz="1400" dirty="0">
                <a:latin typeface="+mn-lt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DC13F52-0255-386C-D9A4-2AEC6C4E7403}"/>
              </a:ext>
            </a:extLst>
          </p:cNvPr>
          <p:cNvGrpSpPr/>
          <p:nvPr/>
        </p:nvGrpSpPr>
        <p:grpSpPr>
          <a:xfrm>
            <a:off x="1251283" y="5101245"/>
            <a:ext cx="3312737" cy="452613"/>
            <a:chOff x="2279989" y="4523083"/>
            <a:chExt cx="3312737" cy="452613"/>
          </a:xfrm>
        </p:grpSpPr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B12A417F-527B-DDCF-C754-3428311A2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79989" y="4523083"/>
              <a:ext cx="980662" cy="452613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2C6DC9C-0C2C-55B5-B9DE-0541D2419E1B}"/>
                </a:ext>
              </a:extLst>
            </p:cNvPr>
            <p:cNvSpPr txBox="1"/>
            <p:nvPr/>
          </p:nvSpPr>
          <p:spPr>
            <a:xfrm>
              <a:off x="3260651" y="4564912"/>
              <a:ext cx="2332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Raleway" pitchFamily="2" charset="0"/>
                </a:rPr>
                <a:t>Alpha Vantage </a:t>
              </a:r>
              <a:r>
                <a:rPr lang="en-GB" sz="1200" dirty="0">
                  <a:latin typeface="Raleway" pitchFamily="2" charset="0"/>
                </a:rPr>
                <a:t>API</a:t>
              </a:r>
              <a:r>
                <a:rPr lang="en-GB" dirty="0">
                  <a:latin typeface="Raleway" pitchFamily="2" charset="0"/>
                </a:rPr>
                <a:t> 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200</Words>
  <Application>Microsoft Office PowerPoint</Application>
  <PresentationFormat>Custom</PresentationFormat>
  <Paragraphs>191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Aptos Display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Todd Adams</dc:creator>
  <cp:lastModifiedBy>Todd Adams</cp:lastModifiedBy>
  <cp:revision>5</cp:revision>
  <dcterms:created xsi:type="dcterms:W3CDTF">2025-11-30T12:38:03Z</dcterms:created>
  <dcterms:modified xsi:type="dcterms:W3CDTF">2025-12-01T11:20:55Z</dcterms:modified>
</cp:coreProperties>
</file>